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" charset="1" panose="00000500000000000000"/>
      <p:regular r:id="rId15"/>
    </p:embeddedFont>
    <p:embeddedFont>
      <p:font typeface="Eczar Medium" charset="1" panose="02000603040300000004"/>
      <p:regular r:id="rId16"/>
    </p:embeddedFont>
    <p:embeddedFont>
      <p:font typeface="Eczar" charset="1" panose="02000603040300000004"/>
      <p:regular r:id="rId17"/>
    </p:embeddedFont>
    <p:embeddedFont>
      <p:font typeface="Eczar Semi-Bold" charset="1" panose="02000603040300000004"/>
      <p:regular r:id="rId18"/>
    </p:embeddedFont>
    <p:embeddedFont>
      <p:font typeface="Eczar Bold" charset="1" panose="0200060304030000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98064" y="3026844"/>
            <a:ext cx="10475586" cy="368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35"/>
              </a:lnSpc>
            </a:pPr>
            <a:r>
              <a:rPr lang="en-US" sz="10601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за управление на библиотека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09862" y="8334375"/>
            <a:ext cx="19507723" cy="1343307"/>
            <a:chOff x="0" y="0"/>
            <a:chExt cx="5137837" cy="3537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7837" cy="353793"/>
            </a:xfrm>
            <a:custGeom>
              <a:avLst/>
              <a:gdLst/>
              <a:ahLst/>
              <a:cxnLst/>
              <a:rect r="r" b="b" t="t" l="l"/>
              <a:pathLst>
                <a:path h="353793" w="5137837">
                  <a:moveTo>
                    <a:pt x="0" y="0"/>
                  </a:moveTo>
                  <a:lnTo>
                    <a:pt x="5137837" y="0"/>
                  </a:lnTo>
                  <a:lnTo>
                    <a:pt x="5137837" y="353793"/>
                  </a:lnTo>
                  <a:lnTo>
                    <a:pt x="0" y="353793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37837" cy="391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206022" y="8763141"/>
            <a:ext cx="656762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</a:pPr>
            <a:r>
              <a:rPr lang="en-US" b="true" sz="3199">
                <a:solidFill>
                  <a:srgbClr val="320B01"/>
                </a:solidFill>
                <a:latin typeface="Eczar Medium"/>
                <a:ea typeface="Eczar Medium"/>
                <a:cs typeface="Eczar Medium"/>
                <a:sym typeface="Eczar Medium"/>
              </a:rPr>
              <a:t>Изготвил: Калоян Ангелов 10г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609862" y="1598295"/>
            <a:ext cx="6948601" cy="7090409"/>
          </a:xfrm>
          <a:custGeom>
            <a:avLst/>
            <a:gdLst/>
            <a:ahLst/>
            <a:cxnLst/>
            <a:rect r="r" b="b" t="t" l="l"/>
            <a:pathLst>
              <a:path h="7090409" w="6948601">
                <a:moveTo>
                  <a:pt x="6948601" y="0"/>
                </a:moveTo>
                <a:lnTo>
                  <a:pt x="0" y="0"/>
                </a:lnTo>
                <a:lnTo>
                  <a:pt x="0" y="7090410"/>
                </a:lnTo>
                <a:lnTo>
                  <a:pt x="6948601" y="7090410"/>
                </a:lnTo>
                <a:lnTo>
                  <a:pt x="69486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9862" y="6089935"/>
            <a:ext cx="19507723" cy="3168365"/>
            <a:chOff x="0" y="0"/>
            <a:chExt cx="5137837" cy="8344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7837" cy="834467"/>
            </a:xfrm>
            <a:custGeom>
              <a:avLst/>
              <a:gdLst/>
              <a:ahLst/>
              <a:cxnLst/>
              <a:rect r="r" b="b" t="t" l="l"/>
              <a:pathLst>
                <a:path h="834467" w="5137837">
                  <a:moveTo>
                    <a:pt x="0" y="0"/>
                  </a:moveTo>
                  <a:lnTo>
                    <a:pt x="5137837" y="0"/>
                  </a:lnTo>
                  <a:lnTo>
                    <a:pt x="5137837" y="834467"/>
                  </a:lnTo>
                  <a:lnTo>
                    <a:pt x="0" y="834467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37837" cy="87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4458" y="1028700"/>
            <a:ext cx="9199084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Цел на проекта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44299" y="7090567"/>
            <a:ext cx="333375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Да се създаде просто конзолно приложение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77125" y="7035943"/>
            <a:ext cx="33337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7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Да се използват основни ООП принципи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55677" y="7035943"/>
            <a:ext cx="3836921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Да се демонстрира работа с:</a:t>
            </a: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класове</a:t>
            </a: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private полета</a:t>
            </a:r>
          </a:p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колекции (List&lt;&gt;)</a:t>
            </a:r>
          </a:p>
          <a:p>
            <a:pPr algn="ctr" marL="0" indent="0" lvl="0">
              <a:lnSpc>
                <a:spcPts val="33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091542" y="5472938"/>
            <a:ext cx="1239263" cy="1239263"/>
            <a:chOff x="0" y="0"/>
            <a:chExt cx="1652351" cy="165235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652351" cy="1652351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0F00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0835"/>
              <a:ext cx="1652351" cy="142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9420"/>
                </a:lnSpc>
                <a:spcBef>
                  <a:spcPct val="0"/>
                </a:spcBef>
              </a:pPr>
              <a:r>
                <a:rPr lang="en-US" b="true" sz="6000" u="none">
                  <a:solidFill>
                    <a:srgbClr val="FFFFFF"/>
                  </a:solidFill>
                  <a:latin typeface="Eczar Semi-Bold"/>
                  <a:ea typeface="Eczar Semi-Bold"/>
                  <a:cs typeface="Eczar Semi-Bold"/>
                  <a:sym typeface="Eczar Semi-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24368" y="5472938"/>
            <a:ext cx="1239263" cy="1239263"/>
            <a:chOff x="0" y="0"/>
            <a:chExt cx="1652351" cy="165235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652351" cy="1652351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0F00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10835"/>
              <a:ext cx="1652351" cy="142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9420"/>
                </a:lnSpc>
                <a:spcBef>
                  <a:spcPct val="0"/>
                </a:spcBef>
              </a:pPr>
              <a:r>
                <a:rPr lang="en-US" b="true" sz="6000" u="none">
                  <a:solidFill>
                    <a:srgbClr val="FFFFFF"/>
                  </a:solidFill>
                  <a:latin typeface="Eczar Semi-Bold"/>
                  <a:ea typeface="Eczar Semi-Bold"/>
                  <a:cs typeface="Eczar Semi-Bold"/>
                  <a:sym typeface="Eczar Semi-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54507" y="5470304"/>
            <a:ext cx="1239263" cy="1239263"/>
            <a:chOff x="0" y="0"/>
            <a:chExt cx="1652351" cy="165235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652351" cy="165235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0F00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10835"/>
              <a:ext cx="1652351" cy="142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9420"/>
                </a:lnSpc>
                <a:spcBef>
                  <a:spcPct val="0"/>
                </a:spcBef>
              </a:pPr>
              <a:r>
                <a:rPr lang="en-US" b="true" sz="6000" u="none">
                  <a:solidFill>
                    <a:srgbClr val="FFFFFF"/>
                  </a:solidFill>
                  <a:latin typeface="Eczar Semi-Bold"/>
                  <a:ea typeface="Eczar Semi-Bold"/>
                  <a:cs typeface="Eczar Semi-Bold"/>
                  <a:sym typeface="Eczar Semi-Bold"/>
                </a:rPr>
                <a:t>3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381571">
            <a:off x="1005673" y="1339713"/>
            <a:ext cx="2115813" cy="2894768"/>
          </a:xfrm>
          <a:custGeom>
            <a:avLst/>
            <a:gdLst/>
            <a:ahLst/>
            <a:cxnLst/>
            <a:rect r="r" b="b" t="t" l="l"/>
            <a:pathLst>
              <a:path h="2894768" w="2115813">
                <a:moveTo>
                  <a:pt x="0" y="0"/>
                </a:moveTo>
                <a:lnTo>
                  <a:pt x="2115813" y="0"/>
                </a:lnTo>
                <a:lnTo>
                  <a:pt x="2115813" y="2894768"/>
                </a:lnTo>
                <a:lnTo>
                  <a:pt x="0" y="289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783279">
            <a:off x="-86714" y="-301101"/>
            <a:ext cx="2240294" cy="3065078"/>
          </a:xfrm>
          <a:custGeom>
            <a:avLst/>
            <a:gdLst/>
            <a:ahLst/>
            <a:cxnLst/>
            <a:rect r="r" b="b" t="t" l="l"/>
            <a:pathLst>
              <a:path h="3065078" w="2240294">
                <a:moveTo>
                  <a:pt x="0" y="0"/>
                </a:moveTo>
                <a:lnTo>
                  <a:pt x="2240294" y="0"/>
                </a:lnTo>
                <a:lnTo>
                  <a:pt x="2240294" y="3065079"/>
                </a:lnTo>
                <a:lnTo>
                  <a:pt x="0" y="3065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-384000">
            <a:off x="15165581" y="1604631"/>
            <a:ext cx="2115813" cy="2894768"/>
          </a:xfrm>
          <a:custGeom>
            <a:avLst/>
            <a:gdLst/>
            <a:ahLst/>
            <a:cxnLst/>
            <a:rect r="r" b="b" t="t" l="l"/>
            <a:pathLst>
              <a:path h="2894768" w="2115813">
                <a:moveTo>
                  <a:pt x="2115813" y="0"/>
                </a:moveTo>
                <a:lnTo>
                  <a:pt x="0" y="0"/>
                </a:lnTo>
                <a:lnTo>
                  <a:pt x="0" y="2894768"/>
                </a:lnTo>
                <a:lnTo>
                  <a:pt x="2115813" y="2894768"/>
                </a:lnTo>
                <a:lnTo>
                  <a:pt x="21158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-2784000">
            <a:off x="16139153" y="-301030"/>
            <a:ext cx="2240294" cy="3065078"/>
          </a:xfrm>
          <a:custGeom>
            <a:avLst/>
            <a:gdLst/>
            <a:ahLst/>
            <a:cxnLst/>
            <a:rect r="r" b="b" t="t" l="l"/>
            <a:pathLst>
              <a:path h="3065078" w="2240294">
                <a:moveTo>
                  <a:pt x="2240294" y="0"/>
                </a:moveTo>
                <a:lnTo>
                  <a:pt x="0" y="0"/>
                </a:lnTo>
                <a:lnTo>
                  <a:pt x="0" y="3065078"/>
                </a:lnTo>
                <a:lnTo>
                  <a:pt x="2240294" y="3065078"/>
                </a:lnTo>
                <a:lnTo>
                  <a:pt x="22402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057650"/>
            <a:ext cx="12268964" cy="52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Приложението</a:t>
            </a: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 симулира библиотека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Потребителят може да:</a:t>
            </a:r>
          </a:p>
          <a:p>
            <a:pPr algn="l" marL="2115796" indent="-705265" lvl="2">
              <a:lnSpc>
                <a:spcPts val="5879"/>
              </a:lnSpc>
              <a:buFont typeface="Arial"/>
              <a:buChar char="⚬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създава книги</a:t>
            </a:r>
          </a:p>
          <a:p>
            <a:pPr algn="l" marL="2115796" indent="-705265" lvl="2">
              <a:lnSpc>
                <a:spcPts val="5879"/>
              </a:lnSpc>
              <a:buFont typeface="Arial"/>
              <a:buChar char="⚬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добавя книги в библиотека</a:t>
            </a:r>
          </a:p>
          <a:p>
            <a:pPr algn="l" marL="2115796" indent="-705265" lvl="2">
              <a:lnSpc>
                <a:spcPts val="5879"/>
              </a:lnSpc>
              <a:buFont typeface="Arial"/>
              <a:buChar char="⚬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вижда списък с всички книги</a:t>
            </a:r>
          </a:p>
          <a:p>
            <a:pPr algn="l">
              <a:lnSpc>
                <a:spcPts val="58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08240" y="546728"/>
            <a:ext cx="10863257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00"/>
              </a:lnSpc>
              <a:spcBef>
                <a:spcPct val="0"/>
              </a:spcBef>
            </a:pPr>
            <a:r>
              <a:rPr lang="en-US" sz="10000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Обща идея на приложението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046379" y="-421744"/>
            <a:ext cx="3761735" cy="11130487"/>
            <a:chOff x="0" y="0"/>
            <a:chExt cx="990745" cy="2931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0745" cy="2931486"/>
            </a:xfrm>
            <a:custGeom>
              <a:avLst/>
              <a:gdLst/>
              <a:ahLst/>
              <a:cxnLst/>
              <a:rect r="r" b="b" t="t" l="l"/>
              <a:pathLst>
                <a:path h="2931486" w="990745">
                  <a:moveTo>
                    <a:pt x="0" y="0"/>
                  </a:moveTo>
                  <a:lnTo>
                    <a:pt x="990745" y="0"/>
                  </a:lnTo>
                  <a:lnTo>
                    <a:pt x="990745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90745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731638" y="546728"/>
            <a:ext cx="2527662" cy="2000012"/>
          </a:xfrm>
          <a:custGeom>
            <a:avLst/>
            <a:gdLst/>
            <a:ahLst/>
            <a:cxnLst/>
            <a:rect r="r" b="b" t="t" l="l"/>
            <a:pathLst>
              <a:path h="2000012" w="2527662">
                <a:moveTo>
                  <a:pt x="0" y="0"/>
                </a:moveTo>
                <a:lnTo>
                  <a:pt x="2527662" y="0"/>
                </a:lnTo>
                <a:lnTo>
                  <a:pt x="2527662" y="2000013"/>
                </a:lnTo>
                <a:lnTo>
                  <a:pt x="0" y="2000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731638" y="2944572"/>
            <a:ext cx="2527662" cy="2000012"/>
          </a:xfrm>
          <a:custGeom>
            <a:avLst/>
            <a:gdLst/>
            <a:ahLst/>
            <a:cxnLst/>
            <a:rect r="r" b="b" t="t" l="l"/>
            <a:pathLst>
              <a:path h="2000012" w="2527662">
                <a:moveTo>
                  <a:pt x="2527662" y="0"/>
                </a:moveTo>
                <a:lnTo>
                  <a:pt x="0" y="0"/>
                </a:lnTo>
                <a:lnTo>
                  <a:pt x="0" y="2000012"/>
                </a:lnTo>
                <a:lnTo>
                  <a:pt x="2527662" y="2000012"/>
                </a:lnTo>
                <a:lnTo>
                  <a:pt x="2527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31638" y="5342416"/>
            <a:ext cx="2527662" cy="2000012"/>
          </a:xfrm>
          <a:custGeom>
            <a:avLst/>
            <a:gdLst/>
            <a:ahLst/>
            <a:cxnLst/>
            <a:rect r="r" b="b" t="t" l="l"/>
            <a:pathLst>
              <a:path h="2000012" w="2527662">
                <a:moveTo>
                  <a:pt x="0" y="0"/>
                </a:moveTo>
                <a:lnTo>
                  <a:pt x="2527662" y="0"/>
                </a:lnTo>
                <a:lnTo>
                  <a:pt x="2527662" y="2000012"/>
                </a:lnTo>
                <a:lnTo>
                  <a:pt x="0" y="2000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731638" y="7740259"/>
            <a:ext cx="2527662" cy="2000012"/>
          </a:xfrm>
          <a:custGeom>
            <a:avLst/>
            <a:gdLst/>
            <a:ahLst/>
            <a:cxnLst/>
            <a:rect r="r" b="b" t="t" l="l"/>
            <a:pathLst>
              <a:path h="2000012" w="2527662">
                <a:moveTo>
                  <a:pt x="2527662" y="0"/>
                </a:moveTo>
                <a:lnTo>
                  <a:pt x="0" y="0"/>
                </a:lnTo>
                <a:lnTo>
                  <a:pt x="0" y="2000013"/>
                </a:lnTo>
                <a:lnTo>
                  <a:pt x="2527662" y="2000013"/>
                </a:lnTo>
                <a:lnTo>
                  <a:pt x="2527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9862" y="4350874"/>
            <a:ext cx="19507723" cy="4907426"/>
            <a:chOff x="0" y="0"/>
            <a:chExt cx="5137837" cy="1292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7837" cy="1292491"/>
            </a:xfrm>
            <a:custGeom>
              <a:avLst/>
              <a:gdLst/>
              <a:ahLst/>
              <a:cxnLst/>
              <a:rect r="r" b="b" t="t" l="l"/>
              <a:pathLst>
                <a:path h="1292491" w="5137837">
                  <a:moveTo>
                    <a:pt x="0" y="0"/>
                  </a:moveTo>
                  <a:lnTo>
                    <a:pt x="5137837" y="0"/>
                  </a:lnTo>
                  <a:lnTo>
                    <a:pt x="5137837" y="1292491"/>
                  </a:lnTo>
                  <a:lnTo>
                    <a:pt x="0" y="1292491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37837" cy="1330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08771" y="4736777"/>
            <a:ext cx="593522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</a:p>
          <a:p>
            <a:pPr algn="l">
              <a:lnSpc>
                <a:spcPts val="4080"/>
              </a:lnSpc>
            </a:pPr>
            <a:r>
              <a:rPr lang="en-US" sz="3400" b="true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Book – описва една книга</a:t>
            </a:r>
          </a:p>
          <a:p>
            <a:pPr algn="l" marL="0" indent="0" lvl="0">
              <a:lnSpc>
                <a:spcPts val="408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045315" y="4350874"/>
            <a:ext cx="5213985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</a:p>
          <a:p>
            <a:pPr algn="l" marL="0" indent="0" lvl="0">
              <a:lnSpc>
                <a:spcPts val="4440"/>
              </a:lnSpc>
              <a:spcBef>
                <a:spcPct val="0"/>
              </a:spcBef>
            </a:pPr>
            <a:r>
              <a:rPr lang="en-US" b="true" sz="3700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Library</a:t>
            </a:r>
            <a:r>
              <a:rPr lang="en-US" b="true" sz="3700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 – управлява списък от книги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1054" y="347283"/>
            <a:ext cx="14575629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00"/>
              </a:lnSpc>
              <a:spcBef>
                <a:spcPct val="0"/>
              </a:spcBef>
            </a:pPr>
            <a:r>
              <a:rPr lang="en-US" sz="11000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на проекта (класове)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833991"/>
            <a:ext cx="2004707" cy="1348621"/>
          </a:xfrm>
          <a:custGeom>
            <a:avLst/>
            <a:gdLst/>
            <a:ahLst/>
            <a:cxnLst/>
            <a:rect r="r" b="b" t="t" l="l"/>
            <a:pathLst>
              <a:path h="1348621" w="2004707">
                <a:moveTo>
                  <a:pt x="0" y="0"/>
                </a:moveTo>
                <a:lnTo>
                  <a:pt x="2004707" y="0"/>
                </a:lnTo>
                <a:lnTo>
                  <a:pt x="2004707" y="1348622"/>
                </a:lnTo>
                <a:lnTo>
                  <a:pt x="0" y="1348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39300" y="4829305"/>
            <a:ext cx="2004707" cy="1348621"/>
          </a:xfrm>
          <a:custGeom>
            <a:avLst/>
            <a:gdLst/>
            <a:ahLst/>
            <a:cxnLst/>
            <a:rect r="r" b="b" t="t" l="l"/>
            <a:pathLst>
              <a:path h="1348621" w="2004707">
                <a:moveTo>
                  <a:pt x="0" y="0"/>
                </a:moveTo>
                <a:lnTo>
                  <a:pt x="2004707" y="0"/>
                </a:lnTo>
                <a:lnTo>
                  <a:pt x="2004707" y="1348621"/>
                </a:lnTo>
                <a:lnTo>
                  <a:pt x="0" y="1348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99273" y="7671436"/>
            <a:ext cx="79809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Pr</a:t>
            </a:r>
            <a:r>
              <a:rPr lang="en-US" b="true" sz="3400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ogram – стартира приложението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400353" y="6850200"/>
            <a:ext cx="1264227" cy="1905000"/>
          </a:xfrm>
          <a:custGeom>
            <a:avLst/>
            <a:gdLst/>
            <a:ahLst/>
            <a:cxnLst/>
            <a:rect r="r" b="b" t="t" l="l"/>
            <a:pathLst>
              <a:path h="1905000" w="1264227">
                <a:moveTo>
                  <a:pt x="0" y="0"/>
                </a:moveTo>
                <a:lnTo>
                  <a:pt x="1264227" y="0"/>
                </a:lnTo>
                <a:lnTo>
                  <a:pt x="1264227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9178" y="-421744"/>
            <a:ext cx="4207376" cy="11130487"/>
            <a:chOff x="0" y="0"/>
            <a:chExt cx="1108116" cy="2931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116" cy="2931486"/>
            </a:xfrm>
            <a:custGeom>
              <a:avLst/>
              <a:gdLst/>
              <a:ahLst/>
              <a:cxnLst/>
              <a:rect r="r" b="b" t="t" l="l"/>
              <a:pathLst>
                <a:path h="2931486" w="1108116">
                  <a:moveTo>
                    <a:pt x="0" y="0"/>
                  </a:moveTo>
                  <a:lnTo>
                    <a:pt x="1108116" y="0"/>
                  </a:lnTo>
                  <a:lnTo>
                    <a:pt x="1108116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08116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5521" y="7339246"/>
            <a:ext cx="3074689" cy="2442980"/>
          </a:xfrm>
          <a:custGeom>
            <a:avLst/>
            <a:gdLst/>
            <a:ahLst/>
            <a:cxnLst/>
            <a:rect r="r" b="b" t="t" l="l"/>
            <a:pathLst>
              <a:path h="2442980" w="3074689">
                <a:moveTo>
                  <a:pt x="0" y="0"/>
                </a:moveTo>
                <a:lnTo>
                  <a:pt x="3074690" y="0"/>
                </a:lnTo>
                <a:lnTo>
                  <a:pt x="3074690" y="2442980"/>
                </a:lnTo>
                <a:lnTo>
                  <a:pt x="0" y="2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35521" y="3922010"/>
            <a:ext cx="3074689" cy="2442980"/>
          </a:xfrm>
          <a:custGeom>
            <a:avLst/>
            <a:gdLst/>
            <a:ahLst/>
            <a:cxnLst/>
            <a:rect r="r" b="b" t="t" l="l"/>
            <a:pathLst>
              <a:path h="2442980" w="3074689">
                <a:moveTo>
                  <a:pt x="3074690" y="0"/>
                </a:moveTo>
                <a:lnTo>
                  <a:pt x="0" y="0"/>
                </a:lnTo>
                <a:lnTo>
                  <a:pt x="0" y="2442980"/>
                </a:lnTo>
                <a:lnTo>
                  <a:pt x="3074690" y="2442980"/>
                </a:lnTo>
                <a:lnTo>
                  <a:pt x="30746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5521" y="504774"/>
            <a:ext cx="3074689" cy="2442980"/>
          </a:xfrm>
          <a:custGeom>
            <a:avLst/>
            <a:gdLst/>
            <a:ahLst/>
            <a:cxnLst/>
            <a:rect r="r" b="b" t="t" l="l"/>
            <a:pathLst>
              <a:path h="2442980" w="3074689">
                <a:moveTo>
                  <a:pt x="0" y="0"/>
                </a:moveTo>
                <a:lnTo>
                  <a:pt x="3074690" y="0"/>
                </a:lnTo>
                <a:lnTo>
                  <a:pt x="3074690" y="2442980"/>
                </a:lnTo>
                <a:lnTo>
                  <a:pt x="0" y="2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48157" y="5857905"/>
            <a:ext cx="8239843" cy="4429095"/>
          </a:xfrm>
          <a:custGeom>
            <a:avLst/>
            <a:gdLst/>
            <a:ahLst/>
            <a:cxnLst/>
            <a:rect r="r" b="b" t="t" l="l"/>
            <a:pathLst>
              <a:path h="4429095" w="8239843">
                <a:moveTo>
                  <a:pt x="0" y="0"/>
                </a:moveTo>
                <a:lnTo>
                  <a:pt x="8239843" y="0"/>
                </a:lnTo>
                <a:lnTo>
                  <a:pt x="8239843" y="4429095"/>
                </a:lnTo>
                <a:lnTo>
                  <a:pt x="0" y="4429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80031" y="3098269"/>
            <a:ext cx="10936251" cy="761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Отговаря за информацията за една книга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Съдържа private полета: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заглавие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автор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година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Има метод за</a:t>
            </a:r>
          </a:p>
          <a:p>
            <a:pPr algn="l">
              <a:lnSpc>
                <a:spcPts val="5879"/>
              </a:lnSpc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       извеждане на </a:t>
            </a:r>
          </a:p>
          <a:p>
            <a:pPr algn="l">
              <a:lnSpc>
                <a:spcPts val="5879"/>
              </a:lnSpc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       информация</a:t>
            </a:r>
          </a:p>
          <a:p>
            <a:pPr algn="l">
              <a:lnSpc>
                <a:spcPts val="73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533974" y="504774"/>
            <a:ext cx="1172532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Клас Book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9178" y="-421744"/>
            <a:ext cx="4207376" cy="11130487"/>
            <a:chOff x="0" y="0"/>
            <a:chExt cx="1108116" cy="2931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116" cy="2931486"/>
            </a:xfrm>
            <a:custGeom>
              <a:avLst/>
              <a:gdLst/>
              <a:ahLst/>
              <a:cxnLst/>
              <a:rect r="r" b="b" t="t" l="l"/>
              <a:pathLst>
                <a:path h="2931486" w="1108116">
                  <a:moveTo>
                    <a:pt x="0" y="0"/>
                  </a:moveTo>
                  <a:lnTo>
                    <a:pt x="1108116" y="0"/>
                  </a:lnTo>
                  <a:lnTo>
                    <a:pt x="1108116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08116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0881" y="338166"/>
            <a:ext cx="2583969" cy="3244710"/>
          </a:xfrm>
          <a:custGeom>
            <a:avLst/>
            <a:gdLst/>
            <a:ahLst/>
            <a:cxnLst/>
            <a:rect r="r" b="b" t="t" l="l"/>
            <a:pathLst>
              <a:path h="3244710" w="2583969">
                <a:moveTo>
                  <a:pt x="0" y="0"/>
                </a:moveTo>
                <a:lnTo>
                  <a:pt x="2583969" y="0"/>
                </a:lnTo>
                <a:lnTo>
                  <a:pt x="2583969" y="3244710"/>
                </a:lnTo>
                <a:lnTo>
                  <a:pt x="0" y="3244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94994" y="3881001"/>
            <a:ext cx="1555744" cy="3157415"/>
          </a:xfrm>
          <a:custGeom>
            <a:avLst/>
            <a:gdLst/>
            <a:ahLst/>
            <a:cxnLst/>
            <a:rect r="r" b="b" t="t" l="l"/>
            <a:pathLst>
              <a:path h="3157415" w="1555744">
                <a:moveTo>
                  <a:pt x="0" y="0"/>
                </a:moveTo>
                <a:lnTo>
                  <a:pt x="1555744" y="0"/>
                </a:lnTo>
                <a:lnTo>
                  <a:pt x="1555744" y="3157415"/>
                </a:lnTo>
                <a:lnTo>
                  <a:pt x="0" y="315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333691"/>
            <a:ext cx="3158610" cy="2509659"/>
          </a:xfrm>
          <a:custGeom>
            <a:avLst/>
            <a:gdLst/>
            <a:ahLst/>
            <a:cxnLst/>
            <a:rect r="r" b="b" t="t" l="l"/>
            <a:pathLst>
              <a:path h="2509659" w="3158610">
                <a:moveTo>
                  <a:pt x="0" y="0"/>
                </a:moveTo>
                <a:lnTo>
                  <a:pt x="3158610" y="0"/>
                </a:lnTo>
                <a:lnTo>
                  <a:pt x="3158610" y="2509659"/>
                </a:lnTo>
                <a:lnTo>
                  <a:pt x="0" y="2509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89265" y="2386994"/>
            <a:ext cx="13014743" cy="426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900" indent="-485950" lvl="1">
              <a:lnSpc>
                <a:spcPts val="5401"/>
              </a:lnSpc>
              <a:buFont typeface="Arial"/>
              <a:buChar char="•"/>
            </a:pPr>
            <a:r>
              <a:rPr lang="en-US" sz="4501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Представлява читател на библиотеката</a:t>
            </a:r>
          </a:p>
          <a:p>
            <a:pPr algn="l" marL="971900" indent="-485950" lvl="1">
              <a:lnSpc>
                <a:spcPts val="5401"/>
              </a:lnSpc>
              <a:buFont typeface="Arial"/>
              <a:buChar char="•"/>
            </a:pPr>
            <a:r>
              <a:rPr lang="en-US" sz="4501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Позволява извеждане на информация за читателя</a:t>
            </a:r>
          </a:p>
          <a:p>
            <a:pPr algn="l" marL="971900" indent="-485950" lvl="1">
              <a:lnSpc>
                <a:spcPts val="5401"/>
              </a:lnSpc>
              <a:buFont typeface="Arial"/>
              <a:buChar char="•"/>
            </a:pPr>
            <a:r>
              <a:rPr lang="en-US" sz="4501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private string name – име на читателя</a:t>
            </a:r>
          </a:p>
          <a:p>
            <a:pPr algn="l" marL="971900" indent="-485950" lvl="1">
              <a:lnSpc>
                <a:spcPts val="5401"/>
              </a:lnSpc>
              <a:buFont typeface="Arial"/>
              <a:buChar char="•"/>
            </a:pPr>
            <a:r>
              <a:rPr lang="en-US" sz="4501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private int age – възраст на читателя</a:t>
            </a:r>
          </a:p>
          <a:p>
            <a:pPr algn="l">
              <a:lnSpc>
                <a:spcPts val="664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555866" y="5868681"/>
            <a:ext cx="7053245" cy="4418319"/>
          </a:xfrm>
          <a:custGeom>
            <a:avLst/>
            <a:gdLst/>
            <a:ahLst/>
            <a:cxnLst/>
            <a:rect r="r" b="b" t="t" l="l"/>
            <a:pathLst>
              <a:path h="4418319" w="7053245">
                <a:moveTo>
                  <a:pt x="0" y="0"/>
                </a:moveTo>
                <a:lnTo>
                  <a:pt x="7053245" y="0"/>
                </a:lnTo>
                <a:lnTo>
                  <a:pt x="7053245" y="4418319"/>
                </a:lnTo>
                <a:lnTo>
                  <a:pt x="0" y="44183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33974" y="114300"/>
            <a:ext cx="1172532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Клас Reader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68818" y="3419475"/>
            <a:ext cx="7400026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Съдържа колекция List&lt;Book&gt;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Отговаря за: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добавяне на книги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показване на всички книги</a:t>
            </a:r>
          </a:p>
          <a:p>
            <a:pPr algn="l" marL="1057898" indent="-528949" lvl="1">
              <a:lnSpc>
                <a:spcPts val="5879"/>
              </a:lnSpc>
              <a:buFont typeface="Arial"/>
              <a:buChar char="•"/>
            </a:pP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К</a:t>
            </a:r>
            <a:r>
              <a:rPr lang="en-US" sz="48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апсулира логиката за работа с книгите</a:t>
            </a:r>
          </a:p>
          <a:p>
            <a:pPr algn="l">
              <a:lnSpc>
                <a:spcPts val="731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69178" y="-421744"/>
            <a:ext cx="4207376" cy="11130487"/>
            <a:chOff x="0" y="0"/>
            <a:chExt cx="1108116" cy="2931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8116" cy="2931486"/>
            </a:xfrm>
            <a:custGeom>
              <a:avLst/>
              <a:gdLst/>
              <a:ahLst/>
              <a:cxnLst/>
              <a:rect r="r" b="b" t="t" l="l"/>
              <a:pathLst>
                <a:path h="2931486" w="1108116">
                  <a:moveTo>
                    <a:pt x="0" y="0"/>
                  </a:moveTo>
                  <a:lnTo>
                    <a:pt x="1108116" y="0"/>
                  </a:lnTo>
                  <a:lnTo>
                    <a:pt x="1108116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08116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035521" y="3922010"/>
            <a:ext cx="3074689" cy="2442980"/>
          </a:xfrm>
          <a:custGeom>
            <a:avLst/>
            <a:gdLst/>
            <a:ahLst/>
            <a:cxnLst/>
            <a:rect r="r" b="b" t="t" l="l"/>
            <a:pathLst>
              <a:path h="2442980" w="3074689">
                <a:moveTo>
                  <a:pt x="3074690" y="0"/>
                </a:moveTo>
                <a:lnTo>
                  <a:pt x="0" y="0"/>
                </a:lnTo>
                <a:lnTo>
                  <a:pt x="0" y="2442980"/>
                </a:lnTo>
                <a:lnTo>
                  <a:pt x="3074690" y="2442980"/>
                </a:lnTo>
                <a:lnTo>
                  <a:pt x="30746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5521" y="7336540"/>
            <a:ext cx="3218979" cy="2547017"/>
          </a:xfrm>
          <a:custGeom>
            <a:avLst/>
            <a:gdLst/>
            <a:ahLst/>
            <a:cxnLst/>
            <a:rect r="r" b="b" t="t" l="l"/>
            <a:pathLst>
              <a:path h="2547017" w="3218979">
                <a:moveTo>
                  <a:pt x="0" y="0"/>
                </a:moveTo>
                <a:lnTo>
                  <a:pt x="3218979" y="0"/>
                </a:lnTo>
                <a:lnTo>
                  <a:pt x="3218979" y="2547017"/>
                </a:lnTo>
                <a:lnTo>
                  <a:pt x="0" y="2547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079" y="419795"/>
            <a:ext cx="3216421" cy="2690098"/>
          </a:xfrm>
          <a:custGeom>
            <a:avLst/>
            <a:gdLst/>
            <a:ahLst/>
            <a:cxnLst/>
            <a:rect r="r" b="b" t="t" l="l"/>
            <a:pathLst>
              <a:path h="2690098" w="3216421">
                <a:moveTo>
                  <a:pt x="0" y="0"/>
                </a:moveTo>
                <a:lnTo>
                  <a:pt x="3216421" y="0"/>
                </a:lnTo>
                <a:lnTo>
                  <a:pt x="3216421" y="2690098"/>
                </a:lnTo>
                <a:lnTo>
                  <a:pt x="0" y="2690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68844" y="3521272"/>
            <a:ext cx="5919156" cy="5737028"/>
          </a:xfrm>
          <a:custGeom>
            <a:avLst/>
            <a:gdLst/>
            <a:ahLst/>
            <a:cxnLst/>
            <a:rect r="r" b="b" t="t" l="l"/>
            <a:pathLst>
              <a:path h="5737028" w="5919156">
                <a:moveTo>
                  <a:pt x="0" y="0"/>
                </a:moveTo>
                <a:lnTo>
                  <a:pt x="5919156" y="0"/>
                </a:lnTo>
                <a:lnTo>
                  <a:pt x="5919156" y="5737028"/>
                </a:lnTo>
                <a:lnTo>
                  <a:pt x="0" y="57370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33974" y="850444"/>
            <a:ext cx="1172532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Клас Library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2906" y="398985"/>
            <a:ext cx="12165297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1"/>
              </a:lnSpc>
              <a:spcBef>
                <a:spcPct val="0"/>
              </a:spcBef>
            </a:pPr>
            <a:r>
              <a:rPr lang="en-US" sz="6601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Обектно-ориентирани принципи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09862" y="2746098"/>
            <a:ext cx="19507723" cy="6878327"/>
            <a:chOff x="0" y="0"/>
            <a:chExt cx="5137837" cy="18115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7837" cy="1811576"/>
            </a:xfrm>
            <a:custGeom>
              <a:avLst/>
              <a:gdLst/>
              <a:ahLst/>
              <a:cxnLst/>
              <a:rect r="r" b="b" t="t" l="l"/>
              <a:pathLst>
                <a:path h="1811576" w="5137837">
                  <a:moveTo>
                    <a:pt x="0" y="0"/>
                  </a:moveTo>
                  <a:lnTo>
                    <a:pt x="5137837" y="0"/>
                  </a:lnTo>
                  <a:lnTo>
                    <a:pt x="5137837" y="1811576"/>
                  </a:lnTo>
                  <a:lnTo>
                    <a:pt x="0" y="181157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37837" cy="1849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96620" y="5298557"/>
            <a:ext cx="4912852" cy="143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19"/>
              </a:lnSpc>
              <a:spcBef>
                <a:spcPct val="0"/>
              </a:spcBef>
            </a:pPr>
            <a:r>
              <a:rPr lang="en-US" b="true" sz="4399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Разделение на отговорности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59940" y="5842117"/>
            <a:ext cx="102965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всеки клас има ясна роля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1820" y="7496349"/>
            <a:ext cx="5052622" cy="62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0"/>
              </a:lnSpc>
            </a:pPr>
            <a:r>
              <a:rPr lang="en-US" b="true" sz="4400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Работа с обекти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74461" y="3863270"/>
            <a:ext cx="3779980" cy="62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9"/>
              </a:lnSpc>
            </a:pPr>
            <a:r>
              <a:rPr lang="en-US" b="true" sz="4399">
                <a:solidFill>
                  <a:srgbClr val="320B01"/>
                </a:solidFill>
                <a:latin typeface="Eczar Bold"/>
                <a:ea typeface="Eczar Bold"/>
                <a:cs typeface="Eczar Bold"/>
                <a:sym typeface="Eczar Bold"/>
              </a:rPr>
              <a:t>Капсулация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9109" y="3915022"/>
            <a:ext cx="1029652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използване на private полета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062151" y="4157909"/>
            <a:ext cx="2189249" cy="0"/>
          </a:xfrm>
          <a:prstGeom prst="line">
            <a:avLst/>
          </a:prstGeom>
          <a:ln cap="flat" w="104775">
            <a:solidFill>
              <a:srgbClr val="4A0F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 flipH="false" flipV="false" rot="-1320000">
            <a:off x="-137103" y="11272"/>
            <a:ext cx="2331606" cy="2034856"/>
          </a:xfrm>
          <a:custGeom>
            <a:avLst/>
            <a:gdLst/>
            <a:ahLst/>
            <a:cxnLst/>
            <a:rect r="r" b="b" t="t" l="l"/>
            <a:pathLst>
              <a:path h="2034856" w="2331606">
                <a:moveTo>
                  <a:pt x="0" y="0"/>
                </a:moveTo>
                <a:lnTo>
                  <a:pt x="2331606" y="0"/>
                </a:lnTo>
                <a:lnTo>
                  <a:pt x="2331606" y="2034856"/>
                </a:lnTo>
                <a:lnTo>
                  <a:pt x="0" y="203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320000">
            <a:off x="16093497" y="11272"/>
            <a:ext cx="2331606" cy="2034856"/>
          </a:xfrm>
          <a:custGeom>
            <a:avLst/>
            <a:gdLst/>
            <a:ahLst/>
            <a:cxnLst/>
            <a:rect r="r" b="b" t="t" l="l"/>
            <a:pathLst>
              <a:path h="2034856" w="2331606">
                <a:moveTo>
                  <a:pt x="2331606" y="0"/>
                </a:moveTo>
                <a:lnTo>
                  <a:pt x="0" y="0"/>
                </a:lnTo>
                <a:lnTo>
                  <a:pt x="0" y="2034856"/>
                </a:lnTo>
                <a:lnTo>
                  <a:pt x="2331606" y="2034856"/>
                </a:lnTo>
                <a:lnTo>
                  <a:pt x="2331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320000">
            <a:off x="1698066" y="-1368789"/>
            <a:ext cx="2331606" cy="2034856"/>
          </a:xfrm>
          <a:custGeom>
            <a:avLst/>
            <a:gdLst/>
            <a:ahLst/>
            <a:cxnLst/>
            <a:rect r="r" b="b" t="t" l="l"/>
            <a:pathLst>
              <a:path h="2034856" w="2331606">
                <a:moveTo>
                  <a:pt x="0" y="0"/>
                </a:moveTo>
                <a:lnTo>
                  <a:pt x="2331606" y="0"/>
                </a:lnTo>
                <a:lnTo>
                  <a:pt x="2331606" y="2034857"/>
                </a:lnTo>
                <a:lnTo>
                  <a:pt x="0" y="203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1320000">
            <a:off x="14203695" y="-1368789"/>
            <a:ext cx="2331606" cy="2034856"/>
          </a:xfrm>
          <a:custGeom>
            <a:avLst/>
            <a:gdLst/>
            <a:ahLst/>
            <a:cxnLst/>
            <a:rect r="r" b="b" t="t" l="l"/>
            <a:pathLst>
              <a:path h="2034856" w="2331606">
                <a:moveTo>
                  <a:pt x="2331606" y="0"/>
                </a:moveTo>
                <a:lnTo>
                  <a:pt x="0" y="0"/>
                </a:lnTo>
                <a:lnTo>
                  <a:pt x="0" y="2034857"/>
                </a:lnTo>
                <a:lnTo>
                  <a:pt x="2331606" y="2034857"/>
                </a:lnTo>
                <a:lnTo>
                  <a:pt x="2331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17090" y="7380404"/>
            <a:ext cx="671841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20B01"/>
                </a:solidFill>
                <a:latin typeface="Eczar"/>
                <a:ea typeface="Eczar"/>
                <a:cs typeface="Eczar"/>
                <a:sym typeface="Eczar"/>
              </a:rPr>
              <a:t>създаване и използване на обекти от тип Book</a:t>
            </a:r>
          </a:p>
        </p:txBody>
      </p:sp>
      <p:sp>
        <p:nvSpPr>
          <p:cNvPr name="AutoShape 17" id="17"/>
          <p:cNvSpPr/>
          <p:nvPr/>
        </p:nvSpPr>
        <p:spPr>
          <a:xfrm>
            <a:off x="7089666" y="5989754"/>
            <a:ext cx="2189249" cy="0"/>
          </a:xfrm>
          <a:prstGeom prst="line">
            <a:avLst/>
          </a:prstGeom>
          <a:ln cap="flat" w="104775">
            <a:solidFill>
              <a:srgbClr val="4A0F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>
            <a:off x="7089666" y="7818554"/>
            <a:ext cx="2189249" cy="0"/>
          </a:xfrm>
          <a:prstGeom prst="line">
            <a:avLst/>
          </a:prstGeom>
          <a:ln cap="flat" w="104775">
            <a:solidFill>
              <a:srgbClr val="4A0F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CA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35301" y="3874770"/>
            <a:ext cx="11017398" cy="28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20"/>
              </a:lnSpc>
            </a:pPr>
            <a:r>
              <a:rPr lang="en-US" sz="12000">
                <a:solidFill>
                  <a:srgbClr val="320B01"/>
                </a:solidFill>
                <a:latin typeface="Montserrat"/>
                <a:ea typeface="Montserrat"/>
                <a:cs typeface="Montserrat"/>
                <a:sym typeface="Montserrat"/>
              </a:rPr>
              <a:t>Благодаря за вниамнието!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9178" y="-421744"/>
            <a:ext cx="2584682" cy="11130487"/>
            <a:chOff x="0" y="0"/>
            <a:chExt cx="680739" cy="2931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0739" cy="2931486"/>
            </a:xfrm>
            <a:custGeom>
              <a:avLst/>
              <a:gdLst/>
              <a:ahLst/>
              <a:cxnLst/>
              <a:rect r="r" b="b" t="t" l="l"/>
              <a:pathLst>
                <a:path h="2931486" w="680739">
                  <a:moveTo>
                    <a:pt x="0" y="0"/>
                  </a:moveTo>
                  <a:lnTo>
                    <a:pt x="680739" y="0"/>
                  </a:lnTo>
                  <a:lnTo>
                    <a:pt x="680739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0739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230490" y="-421744"/>
            <a:ext cx="2584682" cy="11130487"/>
            <a:chOff x="0" y="0"/>
            <a:chExt cx="680739" cy="29314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0739" cy="2931486"/>
            </a:xfrm>
            <a:custGeom>
              <a:avLst/>
              <a:gdLst/>
              <a:ahLst/>
              <a:cxnLst/>
              <a:rect r="r" b="b" t="t" l="l"/>
              <a:pathLst>
                <a:path h="2931486" w="680739">
                  <a:moveTo>
                    <a:pt x="0" y="0"/>
                  </a:moveTo>
                  <a:lnTo>
                    <a:pt x="680739" y="0"/>
                  </a:lnTo>
                  <a:lnTo>
                    <a:pt x="680739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80739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48465" y="7184279"/>
            <a:ext cx="1226108" cy="2488411"/>
          </a:xfrm>
          <a:custGeom>
            <a:avLst/>
            <a:gdLst/>
            <a:ahLst/>
            <a:cxnLst/>
            <a:rect r="r" b="b" t="t" l="l"/>
            <a:pathLst>
              <a:path h="2488411" w="1226108">
                <a:moveTo>
                  <a:pt x="0" y="0"/>
                </a:moveTo>
                <a:lnTo>
                  <a:pt x="1226108" y="0"/>
                </a:lnTo>
                <a:lnTo>
                  <a:pt x="1226108" y="2488411"/>
                </a:lnTo>
                <a:lnTo>
                  <a:pt x="0" y="2488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48465" y="614310"/>
            <a:ext cx="1226108" cy="2488411"/>
          </a:xfrm>
          <a:custGeom>
            <a:avLst/>
            <a:gdLst/>
            <a:ahLst/>
            <a:cxnLst/>
            <a:rect r="r" b="b" t="t" l="l"/>
            <a:pathLst>
              <a:path h="2488411" w="1226108">
                <a:moveTo>
                  <a:pt x="0" y="0"/>
                </a:moveTo>
                <a:lnTo>
                  <a:pt x="1226108" y="0"/>
                </a:lnTo>
                <a:lnTo>
                  <a:pt x="1226108" y="2488411"/>
                </a:lnTo>
                <a:lnTo>
                  <a:pt x="0" y="2488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148465" y="3899295"/>
            <a:ext cx="1226108" cy="2488411"/>
          </a:xfrm>
          <a:custGeom>
            <a:avLst/>
            <a:gdLst/>
            <a:ahLst/>
            <a:cxnLst/>
            <a:rect r="r" b="b" t="t" l="l"/>
            <a:pathLst>
              <a:path h="2488411" w="1226108">
                <a:moveTo>
                  <a:pt x="1226108" y="0"/>
                </a:moveTo>
                <a:lnTo>
                  <a:pt x="0" y="0"/>
                </a:lnTo>
                <a:lnTo>
                  <a:pt x="0" y="2488410"/>
                </a:lnTo>
                <a:lnTo>
                  <a:pt x="1226108" y="2488410"/>
                </a:lnTo>
                <a:lnTo>
                  <a:pt x="12261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909777" y="7184279"/>
            <a:ext cx="1226108" cy="2488411"/>
          </a:xfrm>
          <a:custGeom>
            <a:avLst/>
            <a:gdLst/>
            <a:ahLst/>
            <a:cxnLst/>
            <a:rect r="r" b="b" t="t" l="l"/>
            <a:pathLst>
              <a:path h="2488411" w="1226108">
                <a:moveTo>
                  <a:pt x="1226108" y="0"/>
                </a:moveTo>
                <a:lnTo>
                  <a:pt x="0" y="0"/>
                </a:lnTo>
                <a:lnTo>
                  <a:pt x="0" y="2488411"/>
                </a:lnTo>
                <a:lnTo>
                  <a:pt x="1226108" y="2488411"/>
                </a:lnTo>
                <a:lnTo>
                  <a:pt x="12261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5909777" y="614310"/>
            <a:ext cx="1226108" cy="2488411"/>
          </a:xfrm>
          <a:custGeom>
            <a:avLst/>
            <a:gdLst/>
            <a:ahLst/>
            <a:cxnLst/>
            <a:rect r="r" b="b" t="t" l="l"/>
            <a:pathLst>
              <a:path h="2488411" w="1226108">
                <a:moveTo>
                  <a:pt x="1226108" y="0"/>
                </a:moveTo>
                <a:lnTo>
                  <a:pt x="0" y="0"/>
                </a:lnTo>
                <a:lnTo>
                  <a:pt x="0" y="2488411"/>
                </a:lnTo>
                <a:lnTo>
                  <a:pt x="1226108" y="2488411"/>
                </a:lnTo>
                <a:lnTo>
                  <a:pt x="12261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09777" y="3899295"/>
            <a:ext cx="1226108" cy="2488411"/>
          </a:xfrm>
          <a:custGeom>
            <a:avLst/>
            <a:gdLst/>
            <a:ahLst/>
            <a:cxnLst/>
            <a:rect r="r" b="b" t="t" l="l"/>
            <a:pathLst>
              <a:path h="2488411" w="1226108">
                <a:moveTo>
                  <a:pt x="0" y="0"/>
                </a:moveTo>
                <a:lnTo>
                  <a:pt x="1226108" y="0"/>
                </a:lnTo>
                <a:lnTo>
                  <a:pt x="1226108" y="2488410"/>
                </a:lnTo>
                <a:lnTo>
                  <a:pt x="0" y="2488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5400000">
            <a:off x="7795115" y="2911376"/>
            <a:ext cx="2584682" cy="11130487"/>
            <a:chOff x="0" y="0"/>
            <a:chExt cx="680739" cy="29314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739" cy="2931486"/>
            </a:xfrm>
            <a:custGeom>
              <a:avLst/>
              <a:gdLst/>
              <a:ahLst/>
              <a:cxnLst/>
              <a:rect r="r" b="b" t="t" l="l"/>
              <a:pathLst>
                <a:path h="2931486" w="680739">
                  <a:moveTo>
                    <a:pt x="0" y="0"/>
                  </a:moveTo>
                  <a:lnTo>
                    <a:pt x="680739" y="0"/>
                  </a:lnTo>
                  <a:lnTo>
                    <a:pt x="680739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0739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7908204" y="-3706728"/>
            <a:ext cx="2584682" cy="11130487"/>
            <a:chOff x="0" y="0"/>
            <a:chExt cx="680739" cy="29314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739" cy="2931486"/>
            </a:xfrm>
            <a:custGeom>
              <a:avLst/>
              <a:gdLst/>
              <a:ahLst/>
              <a:cxnLst/>
              <a:rect r="r" b="b" t="t" l="l"/>
              <a:pathLst>
                <a:path h="2931486" w="680739">
                  <a:moveTo>
                    <a:pt x="0" y="0"/>
                  </a:moveTo>
                  <a:lnTo>
                    <a:pt x="680739" y="0"/>
                  </a:lnTo>
                  <a:lnTo>
                    <a:pt x="680739" y="2931486"/>
                  </a:lnTo>
                  <a:lnTo>
                    <a:pt x="0" y="2931486"/>
                  </a:lnTo>
                  <a:close/>
                </a:path>
              </a:pathLst>
            </a:custGeom>
            <a:solidFill>
              <a:srgbClr val="F9B299"/>
            </a:solidFill>
            <a:ln w="38100" cap="sq">
              <a:solidFill>
                <a:srgbClr val="320B0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80739" cy="296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118084" y="7524120"/>
            <a:ext cx="3028179" cy="1905000"/>
          </a:xfrm>
          <a:custGeom>
            <a:avLst/>
            <a:gdLst/>
            <a:ahLst/>
            <a:cxnLst/>
            <a:rect r="r" b="b" t="t" l="l"/>
            <a:pathLst>
              <a:path h="1905000" w="3028179">
                <a:moveTo>
                  <a:pt x="0" y="0"/>
                </a:moveTo>
                <a:lnTo>
                  <a:pt x="3028179" y="0"/>
                </a:lnTo>
                <a:lnTo>
                  <a:pt x="3028179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70454" y="7379701"/>
            <a:ext cx="1747093" cy="2193838"/>
          </a:xfrm>
          <a:custGeom>
            <a:avLst/>
            <a:gdLst/>
            <a:ahLst/>
            <a:cxnLst/>
            <a:rect r="r" b="b" t="t" l="l"/>
            <a:pathLst>
              <a:path h="2193838" w="1747093">
                <a:moveTo>
                  <a:pt x="0" y="0"/>
                </a:moveTo>
                <a:lnTo>
                  <a:pt x="1747092" y="0"/>
                </a:lnTo>
                <a:lnTo>
                  <a:pt x="1747092" y="2193838"/>
                </a:lnTo>
                <a:lnTo>
                  <a:pt x="0" y="2193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37707" y="7379701"/>
            <a:ext cx="2772623" cy="2193838"/>
          </a:xfrm>
          <a:custGeom>
            <a:avLst/>
            <a:gdLst/>
            <a:ahLst/>
            <a:cxnLst/>
            <a:rect r="r" b="b" t="t" l="l"/>
            <a:pathLst>
              <a:path h="2193838" w="2772623">
                <a:moveTo>
                  <a:pt x="0" y="0"/>
                </a:moveTo>
                <a:lnTo>
                  <a:pt x="2772623" y="0"/>
                </a:lnTo>
                <a:lnTo>
                  <a:pt x="2772623" y="2193838"/>
                </a:lnTo>
                <a:lnTo>
                  <a:pt x="0" y="2193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341841" y="855345"/>
            <a:ext cx="2580665" cy="1905000"/>
          </a:xfrm>
          <a:custGeom>
            <a:avLst/>
            <a:gdLst/>
            <a:ahLst/>
            <a:cxnLst/>
            <a:rect r="r" b="b" t="t" l="l"/>
            <a:pathLst>
              <a:path h="1905000" w="2580665">
                <a:moveTo>
                  <a:pt x="0" y="0"/>
                </a:moveTo>
                <a:lnTo>
                  <a:pt x="2580665" y="0"/>
                </a:lnTo>
                <a:lnTo>
                  <a:pt x="2580665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395595" y="783908"/>
            <a:ext cx="1496810" cy="2047875"/>
          </a:xfrm>
          <a:custGeom>
            <a:avLst/>
            <a:gdLst/>
            <a:ahLst/>
            <a:cxnLst/>
            <a:rect r="r" b="b" t="t" l="l"/>
            <a:pathLst>
              <a:path h="2047875" w="1496810">
                <a:moveTo>
                  <a:pt x="0" y="0"/>
                </a:moveTo>
                <a:lnTo>
                  <a:pt x="1496810" y="0"/>
                </a:lnTo>
                <a:lnTo>
                  <a:pt x="1496810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517278" y="729188"/>
            <a:ext cx="2213482" cy="2258655"/>
          </a:xfrm>
          <a:custGeom>
            <a:avLst/>
            <a:gdLst/>
            <a:ahLst/>
            <a:cxnLst/>
            <a:rect r="r" b="b" t="t" l="l"/>
            <a:pathLst>
              <a:path h="2258655" w="2213482">
                <a:moveTo>
                  <a:pt x="0" y="0"/>
                </a:moveTo>
                <a:lnTo>
                  <a:pt x="2213481" y="0"/>
                </a:lnTo>
                <a:lnTo>
                  <a:pt x="2213481" y="2258655"/>
                </a:lnTo>
                <a:lnTo>
                  <a:pt x="0" y="22586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DAG9zhCmo_0</dc:identifier>
  <dcterms:modified xsi:type="dcterms:W3CDTF">2011-08-01T06:04:30Z</dcterms:modified>
  <cp:revision>1</cp:revision>
  <dc:title>English Analysing Themes and Ideas Presentation</dc:title>
</cp:coreProperties>
</file>